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760000"/>
            <a:ext cx="11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3200" b="1"/>
              <a:t>변수 간 상관관계 및 데이터 특성 시각화</a:t>
            </a:r>
          </a:p>
        </p:txBody>
      </p:sp>
      <p:sp>
        <p:nvSpPr>
          <p:cNvPr id="3" name="Overview"/>
          <p:cNvSpPr txBox="1"/>
          <p:nvPr/>
        </p:nvSpPr>
        <p:spPr>
          <a:xfrm>
            <a:off x="900000" y="2030000"/>
            <a:ext cx="11500000" cy="3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000"/>
              <a:t>분석 데이터: 국내 주요 6개 기업 주가 + Google Trends 검색량</a:t>
            </a:r>
          </a:p>
          <a:p>
            <a:r>
              <a:rPr lang="ko-KR" sz="2000"/>
              <a:t>분석 기간: 2025-06-10 ~ 2026-05-11</a:t>
            </a:r>
          </a:p>
          <a:p>
            <a:r>
              <a:rPr lang="ko-KR" sz="2000"/>
              <a:t>관측치: 1,344개, 기업 수: 6개</a:t>
            </a:r>
          </a:p>
          <a:p>
            <a:r>
              <a:rPr lang="ko-KR" sz="2000"/>
              <a:t>주요 변수: Close, Volume, 수익률, 이동평균, 변동성, weighted_trend</a:t>
            </a:r>
          </a:p>
          <a:p>
            <a:r>
              <a:rPr lang="ko-KR" sz="2000"/>
              <a:t>목적: 데이터 분포와 변수 간 선형 관계를 확인하여 모델 해석 근거 마련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데이터 특성 시각화</a:t>
            </a:r>
          </a:p>
        </p:txBody>
      </p:sp>
      <p:pic>
        <p:nvPicPr>
          <p:cNvPr id="3" name="EDA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940000"/>
            <a:ext cx="7250000" cy="577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8050000" y="1120000"/>
            <a:ext cx="4700000" cy="4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핵심 해석</a:t>
            </a:r>
          </a:p>
          <a:p>
            <a:r>
              <a:rPr lang="ko-KR" sz="1800"/>
              <a:t>상승/하락 클래스는 극단적으로 불균형하지 않음</a:t>
            </a:r>
          </a:p>
          <a:p>
            <a:r>
              <a:rPr lang="ko-KR" sz="1800"/>
              <a:t>기업별 target 분포 차이가 있어 class_weight 적용 필요</a:t>
            </a:r>
          </a:p>
          <a:p>
            <a:r>
              <a:rPr lang="ko-KR" sz="1800"/>
              <a:t>검색량과 단기 수익률 분포는 클래스 간 분리가 뚜렷하지 않음</a:t>
            </a:r>
          </a:p>
          <a:p>
            <a:r>
              <a:rPr lang="ko-KR" sz="1800"/>
              <a:t>단일 변수만으로 주가 방향을 설명하기 어렵다는 점을 시사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변수 간 상관관계 히트맵</a:t>
            </a:r>
          </a:p>
        </p:txBody>
      </p:sp>
      <p:pic>
        <p:nvPicPr>
          <p:cNvPr id="3" name="Feature correlation heat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" y="960000"/>
            <a:ext cx="6700000" cy="560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7650000" y="1060000"/>
            <a:ext cx="503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800" b="1"/>
              <a:t>핵심 해석</a:t>
            </a:r>
          </a:p>
          <a:p>
            <a:r>
              <a:rPr lang="ko-KR" sz="1800"/>
              <a:t>target과 주요 feature 간 선형 상관관계는 전반적으로 낮음</a:t>
            </a:r>
          </a:p>
          <a:p>
            <a:r>
              <a:rPr lang="ko-KR" sz="1800"/>
              <a:t>weighted_trend와 target의 상관계수는 약 -0.07 수준</a:t>
            </a:r>
          </a:p>
          <a:p>
            <a:r>
              <a:rPr lang="ko-KR" sz="1800"/>
              <a:t>return_lag1과 target의 상관계수도 약 -0.06 수준</a:t>
            </a:r>
          </a:p>
          <a:p>
            <a:r>
              <a:rPr lang="ko-KR" sz="1800"/>
              <a:t>검색량은 단독 예측 신호보다 심리/관심도 보조 지표로 해석하는 것이 적절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60000" y="260000"/>
            <a:ext cx="125000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800" b="1"/>
              <a:t>주가-검색량 시계열 중첩</a:t>
            </a:r>
          </a:p>
        </p:txBody>
      </p:sp>
      <p:pic>
        <p:nvPicPr>
          <p:cNvPr id="3" name="Stock search 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920000"/>
            <a:ext cx="8550000" cy="5950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9200000" y="1100000"/>
            <a:ext cx="3850000" cy="49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1600" b="1"/>
              <a:t>핵심 해석</a:t>
            </a:r>
          </a:p>
          <a:p>
            <a:r>
              <a:rPr lang="ko-KR" sz="1600"/>
              <a:t>Close와 weighted_trend를 기업별 min-max 정규화 후 비교</a:t>
            </a:r>
          </a:p>
          <a:p>
            <a:r>
              <a:rPr lang="ko-KR" sz="1600"/>
              <a:t>대부분 기업의 주가-검색량 상관계수는 낮음</a:t>
            </a:r>
          </a:p>
          <a:p>
            <a:r>
              <a:rPr lang="ko-KR" sz="1600"/>
              <a:t>SK하이닉스는 -0.51로 음의 관계가 두드러짐</a:t>
            </a:r>
          </a:p>
          <a:p>
            <a:r>
              <a:rPr lang="ko-KR" sz="1600"/>
              <a:t>검색량 증가는 호재 관심과 악재 불안을 모두 포함할 수 있음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11111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</Slides>
  <Company>Team_1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간 상관관계 및 데이터 특성 시각화</dc:title>
  <dc:creator>Team_1</dc:creator>
  <cp:lastModifiedBy>Codex</cp:lastModifiedBy>
  <dcterms:created xsi:type="dcterms:W3CDTF">2026-06-01T13:42:11Z</dcterms:created>
  <dcterms:modified xsi:type="dcterms:W3CDTF">2026-06-01T13:42:11Z</dcterms:modified>
</cp:coreProperties>
</file>